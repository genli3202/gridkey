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roxima Nova"/>
      <p:regular r:id="rId15"/>
      <p:bold r:id="rId16"/>
      <p:italic r:id="rId17"/>
      <p:boldItalic r:id="rId18"/>
    </p:embeddedFont>
    <p:embeddedFont>
      <p:font typeface="Poppi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11" Type="http://schemas.openxmlformats.org/officeDocument/2006/relationships/slide" Target="slides/slide6.xml"/><Relationship Id="rId22" Type="http://schemas.openxmlformats.org/officeDocument/2006/relationships/font" Target="fonts/Poppins-boldItalic.fntdata"/><Relationship Id="rId10" Type="http://schemas.openxmlformats.org/officeDocument/2006/relationships/slide" Target="slides/slide5.xml"/><Relationship Id="rId21" Type="http://schemas.openxmlformats.org/officeDocument/2006/relationships/font" Target="fonts/Poppi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regular.fntdata"/><Relationship Id="rId14" Type="http://schemas.openxmlformats.org/officeDocument/2006/relationships/slide" Target="slides/slide9.xml"/><Relationship Id="rId17" Type="http://schemas.openxmlformats.org/officeDocument/2006/relationships/font" Target="fonts/ProximaNova-italic.fntdata"/><Relationship Id="rId16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regular.fntdata"/><Relationship Id="rId6" Type="http://schemas.openxmlformats.org/officeDocument/2006/relationships/slide" Target="slides/slide1.xml"/><Relationship Id="rId18" Type="http://schemas.openxmlformats.org/officeDocument/2006/relationships/font" Target="fonts/ProximaNov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e91a60f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9e91a60f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8a67a0e97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8a67a0e97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8a67a0e9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8a67a0e9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8a67a0e97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8a67a0e97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8a67a0e97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8a67a0e97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8a67a0e97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8a67a0e97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8a67a0e97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8a67a0e97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8a67a0e97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8a67a0e97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8a67a0e97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8a67a0e97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801950" y="445025"/>
            <a:ext cx="713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6"/>
          <p:cNvSpPr txBox="1"/>
          <p:nvPr/>
        </p:nvSpPr>
        <p:spPr>
          <a:xfrm>
            <a:off x="457200" y="445025"/>
            <a:ext cx="8236800" cy="406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7944000" cy="4090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4650" l="2869" r="72663" t="3437"/>
          <a:stretch/>
        </p:blipFill>
        <p:spPr>
          <a:xfrm>
            <a:off x="8361000" y="281753"/>
            <a:ext cx="507904" cy="4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288750" y="3902450"/>
            <a:ext cx="2566500" cy="53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Final Demo Day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490250" y="827425"/>
            <a:ext cx="7944000" cy="3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Name, Surname, School </a:t>
            </a:r>
            <a:endParaRPr sz="20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Name, Surname, School</a:t>
            </a:r>
            <a:endParaRPr sz="20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Name, Surname, School</a:t>
            </a:r>
            <a:endParaRPr sz="20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Name, Surname, School</a:t>
            </a:r>
            <a:endParaRPr sz="20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Name, Surname, School</a:t>
            </a:r>
            <a:endParaRPr sz="20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000">
                <a:solidFill>
                  <a:schemeClr val="dk1"/>
                </a:solidFill>
              </a:rPr>
              <a:t>Name, Surname, School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801950" y="445025"/>
            <a:ext cx="7134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Your team</a:t>
            </a:r>
            <a:r>
              <a:rPr lang="en"/>
              <a:t>YUR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490250" y="450150"/>
            <a:ext cx="794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PROJECT TITLE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Subheader</a:t>
            </a:r>
            <a:endParaRPr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801950" y="1438700"/>
            <a:ext cx="71346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>
                <a:solidFill>
                  <a:srgbClr val="E8303E"/>
                </a:solidFill>
              </a:rPr>
              <a:t>Our mission is </a:t>
            </a:r>
            <a:r>
              <a:rPr lang="en" sz="3400"/>
              <a:t>lorem ipsum dolor sit amet, consectetur adipiscing elit.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801950" y="445025"/>
            <a:ext cx="713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801950" y="445025"/>
            <a:ext cx="713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79" name="Google Shape;79;p17"/>
          <p:cNvSpPr txBox="1"/>
          <p:nvPr/>
        </p:nvSpPr>
        <p:spPr>
          <a:xfrm>
            <a:off x="603800" y="1311975"/>
            <a:ext cx="706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xxx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801950" y="445025"/>
            <a:ext cx="713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85" name="Google Shape;85;p18"/>
          <p:cNvSpPr txBox="1"/>
          <p:nvPr/>
        </p:nvSpPr>
        <p:spPr>
          <a:xfrm>
            <a:off x="603800" y="1311975"/>
            <a:ext cx="706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xxx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801950" y="445025"/>
            <a:ext cx="713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it work</a:t>
            </a:r>
            <a:endParaRPr/>
          </a:p>
        </p:txBody>
      </p:sp>
      <p:sp>
        <p:nvSpPr>
          <p:cNvPr id="91" name="Google Shape;91;p19"/>
          <p:cNvSpPr txBox="1"/>
          <p:nvPr/>
        </p:nvSpPr>
        <p:spPr>
          <a:xfrm>
            <a:off x="432350" y="1451576"/>
            <a:ext cx="2257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Step 1</a:t>
            </a:r>
            <a:endParaRPr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3336150" y="1451576"/>
            <a:ext cx="2257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Step 2</a:t>
            </a:r>
            <a:endParaRPr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6254233" y="1451576"/>
            <a:ext cx="2257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Step 3</a:t>
            </a:r>
            <a:endParaRPr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rgbClr val="61616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432350" y="1451576"/>
            <a:ext cx="2257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Step 1</a:t>
            </a:r>
            <a:endParaRPr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rgbClr val="61616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/>
        </p:nvSpPr>
        <p:spPr>
          <a:xfrm>
            <a:off x="3336150" y="1451576"/>
            <a:ext cx="2257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Step 2</a:t>
            </a:r>
            <a:endParaRPr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" name="Google Shape;98;p19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rgbClr val="61616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6254233" y="1451576"/>
            <a:ext cx="2257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Step 3</a:t>
            </a:r>
            <a:endParaRPr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432350" y="2070575"/>
            <a:ext cx="2471700" cy="26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xxx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Lorem ipsum dolor sit amet, consectetur adipiscing elit, sed do eiusmod tempor incididunt ut labore et dolore magna aliqua. </a:t>
            </a:r>
            <a:endParaRPr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3336146" y="2070575"/>
            <a:ext cx="2471700" cy="26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xxx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Ut enim ad minim veniam, quis nostrud exercitation</a:t>
            </a:r>
            <a:endParaRPr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600"/>
              <a:buFont typeface="Proxima Nova"/>
              <a:buChar char="●"/>
            </a:pP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Duis aute irure dolor in reprehenderit in voluptate velit </a:t>
            </a:r>
            <a:endParaRPr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6254226" y="2070575"/>
            <a:ext cx="2471700" cy="26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xxx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Excepteur sint occaecat cupidatat non proident, sunt in culpa qui officia deserunt mollit anim id est laborum.</a:t>
            </a:r>
            <a:endParaRPr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801950" y="445025"/>
            <a:ext cx="713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</a:t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603800" y="1311975"/>
            <a:ext cx="7066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Xxx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Yyyy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Zzzz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490250" y="450150"/>
            <a:ext cx="794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Thank you!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Contact: project leader email 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